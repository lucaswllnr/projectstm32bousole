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26"/>
  </p:normalViewPr>
  <p:slideViewPr>
    <p:cSldViewPr snapToGrid="0">
      <p:cViewPr varScale="1">
        <p:scale>
          <a:sx n="105" d="100"/>
          <a:sy n="105" d="100"/>
        </p:scale>
        <p:origin x="1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1FABBDD-BEEB-47CC-9DC2-83E0BCD19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" y="0"/>
            <a:ext cx="9143772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31" name="Group 23">
            <a:extLst>
              <a:ext uri="{FF2B5EF4-FFF2-40B4-BE49-F238E27FC236}">
                <a16:creationId xmlns:a16="http://schemas.microsoft.com/office/drawing/2014/main" id="{72E14A10-F6FE-46B8-9F62-D17079044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717" y="0"/>
            <a:ext cx="8323428" cy="6858000"/>
            <a:chOff x="547625" y="0"/>
            <a:chExt cx="11097905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F9D6573-DAA5-4FC7-9CC6-80FFE6371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25">
              <a:extLst>
                <a:ext uri="{FF2B5EF4-FFF2-40B4-BE49-F238E27FC236}">
                  <a16:creationId xmlns:a16="http://schemas.microsoft.com/office/drawing/2014/main" id="{99300304-8097-4497-B7D7-CF98A9A74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16BEB36-8C72-450B-A22A-48D54766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D8BC9E3-E539-449C-B557-4074751AE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74FC277-4245-45E3-A41E-BE1CFF33C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/>
          <p:nvPr/>
        </p:nvSpPr>
        <p:spPr>
          <a:xfrm>
            <a:off x="1598027" y="1171829"/>
            <a:ext cx="5677878" cy="1489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ProjectSTM32Bousole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1"/>
          <p:cNvSpPr/>
          <p:nvPr/>
        </p:nvSpPr>
        <p:spPr>
          <a:xfrm>
            <a:off x="1745207" y="3203502"/>
            <a:ext cx="5383519" cy="3111953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700" dirty="0" err="1"/>
              <a:t>Boussole</a:t>
            </a:r>
            <a:r>
              <a:rPr lang="en-US" sz="1700" dirty="0"/>
              <a:t> </a:t>
            </a:r>
            <a:r>
              <a:rPr lang="en-US" sz="1700" dirty="0" err="1"/>
              <a:t>numerique</a:t>
            </a:r>
            <a:r>
              <a:rPr lang="en-US" sz="1700" dirty="0"/>
              <a:t> </a:t>
            </a:r>
            <a:r>
              <a:rPr lang="en-US" sz="1700" dirty="0" err="1"/>
              <a:t>embarquee</a:t>
            </a:r>
            <a:r>
              <a:rPr lang="en-US" sz="1700" dirty="0"/>
              <a:t> sur STM32.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Carte : NUCLEO-L152RE / STM32L152RET6.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Shield : Yncrea2.</a:t>
            </a:r>
          </a:p>
          <a:p>
            <a:pPr marL="1143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Objectif : </a:t>
            </a:r>
            <a:r>
              <a:rPr lang="en-US" sz="1700" dirty="0" err="1"/>
              <a:t>afficher</a:t>
            </a:r>
            <a:r>
              <a:rPr lang="en-US" sz="1700" dirty="0"/>
              <a:t> la direction </a:t>
            </a:r>
            <a:r>
              <a:rPr lang="en-US" sz="1700" dirty="0" err="1"/>
              <a:t>pointee</a:t>
            </a:r>
            <a:r>
              <a:rPr lang="en-US" sz="1700" dirty="0"/>
              <a:t> par le segment bleu.</a:t>
            </a:r>
          </a:p>
          <a:p>
            <a:pPr marL="1143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1143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1143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700" dirty="0"/>
          </a:p>
          <a:p>
            <a:pPr marL="114300" indent="-22860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Wallner Lucas et Debayle Isaïe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2"/>
          <p:cNvSpPr/>
          <p:nvPr/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de votre application</a:t>
            </a: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2"/>
          <p:cNvSpPr/>
          <p:nvPr/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La carte fonctionne comme une boussole numerique.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L afficheur indique une direction et un angle coherents : N000, E090, S180, W270.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Le buzzer bipe quand la direction affichee se rapproche du nord.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Les LEDs indiquent le secteur de direction.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Le bouton bleu affiche temporairement la valeur ADC sous la forme Axxx.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/>
          <p:cNvSpPr/>
          <p:nvPr/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 Technique argumentee</a:t>
            </a:r>
            <a:endParaRPr lang="en-US" sz="4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3"/>
          <p:cNvSpPr/>
          <p:nvPr/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LIS2MDL : magnetometre utilise pour mesurer le champ magnetique.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LIS2DW12 : accelerometre utilise pour detecter une inclinaison trop forte.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MAX7219 : pilote l afficheur 7 segments en SPI logiciel.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TIM6 cadence la lecture ADC via interruption.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EXTI15_10 gere le bouton bleu avec anti-rebond logiciel.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Compass_UserHeading aligne lettre, degres, LEDs et bip avec le segment bleu.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4"/>
          <p:cNvSpPr/>
          <p:nvPr/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 &amp; problematique</a:t>
            </a: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4"/>
          <p:cNvSpPr/>
          <p:nvPr/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Transformer des mesures magnetiques brutes X/Y/Z en direction lisible.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Corriger l orientation physique du capteur et de l afficheur.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Eviter une mesure trompeuse lorsque la carte est trop inclinee.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Respecter les contraintes : GPIO, TIMER, ADC, UART, SPI/I2C.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Utiliser au moins deux peripheriques en interruption et deux capteurs du shield.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5"/>
          <p:cNvSpPr/>
          <p:nvPr/>
        </p:nvSpPr>
        <p:spPr>
          <a:xfrm>
            <a:off x="606478" y="386930"/>
            <a:ext cx="6927525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Resolution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5"/>
          <p:cNvSpPr/>
          <p:nvPr/>
        </p:nvSpPr>
        <p:spPr>
          <a:xfrm>
            <a:off x="595245" y="2599509"/>
            <a:ext cx="7607751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Lecture periodique du LIS2MDL puis calcul du cap 0-359 degres.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Correction du cap pour que l affichage corresponde au segment bleu.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Affichage TILT si l accelerometre detecte une inclinaison excessive.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Affichage ERR si le magnetometre ne repond pas apres plusieurs lectures.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Lecture ADC sur PA0 affichee sur demande avec le bouton bleu.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Buzzer coherent avec le nord affiche.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6"/>
          <p:cNvSpPr/>
          <p:nvPr/>
        </p:nvSpPr>
        <p:spPr>
          <a:xfrm>
            <a:off x="962222" y="1238080"/>
            <a:ext cx="7387313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6"/>
          <p:cNvSpPr/>
          <p:nvPr/>
        </p:nvSpPr>
        <p:spPr>
          <a:xfrm>
            <a:off x="966978" y="2902913"/>
            <a:ext cx="7387313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Application fonctionnelle de boussole numerique embarquee.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Consignes respectees : GPIO, TIMER, ADC, UART, SPI/I2C.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Deux interruptions utilisees : TIM6 et EXTI15_10.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Deux capteurs du shield utilises : LIS2MDL et LIS2DW12.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README et fiche technique disponibles pour expliquer l utilisation et le fonctionnement.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Projet pret pour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Macintosh PowerPoint</Application>
  <PresentationFormat>Affichage à l'écran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Meiryo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ProjectSTM32Bousole</dc:title>
  <dc:creator>Codex</dc:creator>
  <cp:lastModifiedBy>Lucas WALLNER</cp:lastModifiedBy>
  <cp:revision>1</cp:revision>
  <dcterms:modified xsi:type="dcterms:W3CDTF">2026-05-30T16:17:28Z</dcterms:modified>
</cp:coreProperties>
</file>